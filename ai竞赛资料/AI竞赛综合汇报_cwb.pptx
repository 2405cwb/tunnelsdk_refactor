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00" r:id="rId2"/>
    <p:sldId id="301" r:id="rId3"/>
    <p:sldId id="295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830" userDrawn="1">
          <p15:clr>
            <a:srgbClr val="A4A3A4"/>
          </p15:clr>
        </p15:guide>
        <p15:guide id="3" orient="horz" pos="3829" userDrawn="1">
          <p15:clr>
            <a:srgbClr val="A4A3A4"/>
          </p15:clr>
        </p15:guide>
        <p15:guide id="4" pos="2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00"/>
    <a:srgbClr val="ABCFD8"/>
    <a:srgbClr val="00BFFF"/>
    <a:srgbClr val="094D6A"/>
    <a:srgbClr val="0C2E42"/>
    <a:srgbClr val="9B5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0816"/>
  </p:normalViewPr>
  <p:slideViewPr>
    <p:cSldViewPr snapToGrid="0" snapToObjects="1" showGuides="1">
      <p:cViewPr varScale="1">
        <p:scale>
          <a:sx n="61" d="100"/>
          <a:sy n="61" d="100"/>
        </p:scale>
        <p:origin x="780" y="64"/>
      </p:cViewPr>
      <p:guideLst>
        <p:guide orient="horz" pos="768"/>
        <p:guide pos="3830"/>
        <p:guide orient="horz" pos="3829"/>
        <p:guide pos="210"/>
      </p:guideLst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72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 dirty="0">
                <a:solidFill>
                  <a:srgbClr val="1E3A5F"/>
                </a:solidFill>
                <a:latin typeface="微软雅黑" panose="020B0503020204020204" charset="-122"/>
              </a:rPr>
              <a:t>0</a:t>
            </a:r>
            <a:r>
              <a:rPr lang="en-US" sz="12000" b="1" i="0" dirty="0">
                <a:solidFill>
                  <a:srgbClr val="1E3A5F"/>
                </a:solidFill>
                <a:latin typeface="微软雅黑" panose="020B0503020204020204" charset="-122"/>
              </a:rPr>
              <a:t>3</a:t>
            </a:r>
            <a:endParaRPr sz="12000" b="1" i="0" dirty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charset="-122"/>
              </a:rPr>
              <a:t>案例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开发实例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—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算法（李扬自动识别、康志轩（环片识别、线条转换），减量化指标，每个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1P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资料查询（对比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google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、百度、</a:t>
            </a:r>
            <a:r>
              <a:rPr lang="en-US" altLang="zh-CN" sz="1800" b="0" i="0" dirty="0" err="1">
                <a:solidFill>
                  <a:srgbClr val="94A3B8"/>
                </a:solidFill>
                <a:latin typeface="微软雅黑" panose="020B0503020204020204" charset="-122"/>
              </a:rPr>
              <a:t>csdn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、</a:t>
            </a:r>
            <a:r>
              <a:rPr lang="en-US" altLang="zh-CN" sz="1800" b="0" i="0" dirty="0" err="1">
                <a:solidFill>
                  <a:srgbClr val="94A3B8"/>
                </a:solidFill>
                <a:latin typeface="微软雅黑" panose="020B0503020204020204" charset="-122"/>
              </a:rPr>
              <a:t>github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 ----AI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（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李扬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1-2P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新技术预研（二维引擎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三维引擎每个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4-5P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程文博</a:t>
            </a:r>
            <a:r>
              <a:rPr lang="en-US" altLang="zh-CN" sz="1800" b="0" i="0" dirty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张昆宁</a:t>
            </a:r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项目开发（平台展示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—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后端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前端康志轩程文博 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6-8P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其他（工具开发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+BUG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修改）（程文博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康志轩 </a:t>
            </a:r>
            <a:r>
              <a:rPr lang="en-US" altLang="zh-CN" dirty="0">
                <a:solidFill>
                  <a:srgbClr val="94A3B8"/>
                </a:solidFill>
                <a:latin typeface="微软雅黑" panose="020B0503020204020204" charset="-122"/>
              </a:rPr>
              <a:t>2P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endParaRPr lang="en-US" altLang="zh-CN"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830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 dirty="0">
                <a:solidFill>
                  <a:srgbClr val="1E3A5F"/>
                </a:solidFill>
                <a:latin typeface="微软雅黑" panose="020B0503020204020204" charset="-122"/>
              </a:rPr>
              <a:t>0</a:t>
            </a:r>
            <a:r>
              <a:rPr lang="en-US" sz="12000" b="1" i="0" dirty="0">
                <a:solidFill>
                  <a:srgbClr val="1E3A5F"/>
                </a:solidFill>
                <a:latin typeface="微软雅黑" panose="020B0503020204020204" charset="-122"/>
              </a:rPr>
              <a:t>4</a:t>
            </a:r>
            <a:endParaRPr sz="12000" b="1" i="0" dirty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i="0" dirty="0">
                <a:solidFill>
                  <a:srgbClr val="FFFFFF"/>
                </a:solidFill>
                <a:latin typeface="微软雅黑" panose="020B0503020204020204" charset="-122"/>
              </a:rPr>
              <a:t>总结、展望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0" i="0" dirty="0">
                <a:solidFill>
                  <a:srgbClr val="94A3B8"/>
                </a:solidFill>
                <a:latin typeface="微软雅黑" panose="020B0503020204020204" charset="-122"/>
              </a:rPr>
              <a:t>李夏亮</a:t>
            </a:r>
            <a:endParaRPr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21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808730"/>
            <a:ext cx="1218882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精度丈量时空，智能赋能未来</a:t>
            </a:r>
            <a:r>
              <a:rPr lang="en-US" altLang="zh-CN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 —— </a:t>
            </a:r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激光雷达，开启时空智能新时代</a:t>
            </a:r>
            <a:r>
              <a:rPr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！</a:t>
            </a:r>
            <a:endParaRPr lang="zh-CN" altLang="en-US" sz="2200" b="1" i="0">
              <a:solidFill>
                <a:srgbClr val="38BDF8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8800" y="2576195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A300"/>
                </a:solidFill>
                <a:latin typeface="微软雅黑" panose="020B0503020204020204" charset="-122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73880"/>
            <a:ext cx="84124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武汉珞珈伊云光电技术有限公司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846320"/>
            <a:ext cx="8412480" cy="36576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4124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00" b="0" i="0">
                <a:solidFill>
                  <a:srgbClr val="E2E8F0"/>
                </a:solidFill>
                <a:latin typeface="微软雅黑" panose="020B0503020204020204" charset="-122"/>
              </a:rPr>
              <a:t>https://luojiayy.com/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157</Words>
  <Application>Microsoft Office PowerPoint</Application>
  <PresentationFormat>自定义</PresentationFormat>
  <Paragraphs>16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文博 程</cp:lastModifiedBy>
  <cp:revision>41</cp:revision>
  <dcterms:created xsi:type="dcterms:W3CDTF">2013-01-27T09:14:00Z</dcterms:created>
  <dcterms:modified xsi:type="dcterms:W3CDTF">2026-05-22T09:54:23Z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53BF03A0FE9E4A7DBB17C0D1E77A8E2A_13</vt:lpwstr>
  </property>
</Properties>
</file>